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20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hyperlink" Target="https://github.com/Gary-code/KETG-paper-reading" TargetMode="External"/><Relationship Id="rId5" Type="http://schemas.openxmlformats.org/officeDocument/2006/relationships/hyperlink" Target="https://github.com/KaihuaTang/Scene-Graph-Benchmark.pytorch" TargetMode="External"/><Relationship Id="rId4" Type="http://schemas.openxmlformats.org/officeDocument/2006/relationships/hyperlink" Target="https://zhuanlan.zhihu.com/p/109657521" TargetMode="External"/><Relationship Id="rId3" Type="http://schemas.openxmlformats.org/officeDocument/2006/relationships/hyperlink" Target="https://zhuanlan.zhihu.com/p/343748296" TargetMode="External"/><Relationship Id="rId2" Type="http://schemas.openxmlformats.org/officeDocument/2006/relationships/hyperlink" Target="https://www.netacad.com/launch?id=1ec81cd9-2178-4cba-9f46-9a69bbf2c458&amp;tab=curriculum&amp;view=5cdf6c91-aaee-50c8-ac14-3ef1fc9eb8c8" TargetMode="External"/><Relationship Id="rId1" Type="http://schemas.openxmlformats.org/officeDocument/2006/relationships/hyperlink" Target="https://gitee.com/BaiRong-NUC/SceneGraphBenchma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259715"/>
            <a:ext cx="12192000" cy="5917565"/>
          </a:xfrm>
        </p:spPr>
        <p:txBody>
          <a:bodyPr/>
          <a:p>
            <a:pPr marL="0" indent="0">
              <a:buNone/>
            </a:pPr>
            <a:r>
              <a:rPr lang="zh-CN" altLang="en-US">
                <a:ea typeface="宋体" charset="0"/>
              </a:rPr>
              <a:t>参考资料</a:t>
            </a:r>
            <a:r>
              <a:rPr lang="en-US" altLang="zh-CN">
                <a:ea typeface="宋体" charset="0"/>
              </a:rPr>
              <a:t>:</a:t>
            </a:r>
            <a:endParaRPr lang="en-US" altLang="zh-CN">
              <a:ea typeface="宋体" charset="0"/>
            </a:endParaRPr>
          </a:p>
          <a:p>
            <a:pPr marL="0" indent="0">
              <a:buNone/>
            </a:pPr>
            <a:r>
              <a:rPr lang="en-US" altLang="zh-CN" sz="2000">
                <a:ea typeface="宋体" charset="0"/>
              </a:rPr>
              <a:t>1. </a:t>
            </a:r>
            <a:r>
              <a:rPr lang="zh-CN" altLang="en-US" sz="2000">
                <a:ea typeface="宋体" charset="0"/>
              </a:rPr>
              <a:t>论文实验地址</a:t>
            </a:r>
            <a:r>
              <a:rPr lang="en-US" altLang="zh-CN" sz="2000">
                <a:ea typeface="宋体" charset="0"/>
              </a:rPr>
              <a:t>:</a:t>
            </a:r>
            <a:r>
              <a:rPr lang="en-US" altLang="zh-CN" sz="2000">
                <a:ea typeface="宋体" charset="0"/>
                <a:hlinkClick r:id="rId1" tooltip="" action="ppaction://hlinkfile"/>
              </a:rPr>
              <a:t>https://gitee.com/BaiRong-NUC/SceneGraphBenchmark</a:t>
            </a:r>
            <a:endParaRPr lang="en-US" altLang="zh-CN" sz="2000">
              <a:ea typeface="宋体" charset="0"/>
              <a:hlinkClick r:id="rId2" action="ppaction://hlinkfile"/>
            </a:endParaRPr>
          </a:p>
          <a:p>
            <a:pPr marL="0" indent="0">
              <a:buNone/>
            </a:pPr>
            <a:r>
              <a:rPr lang="en-US" altLang="zh-CN" sz="2000">
                <a:ea typeface="宋体" charset="0"/>
              </a:rPr>
              <a:t>2. </a:t>
            </a:r>
            <a:r>
              <a:rPr lang="zh-CN" altLang="en-US" sz="2000">
                <a:ea typeface="宋体" charset="0"/>
                <a:sym typeface="+mn-ea"/>
              </a:rPr>
              <a:t>知乎论文笔记</a:t>
            </a:r>
            <a:r>
              <a:rPr lang="en-US" altLang="zh-CN" sz="2000">
                <a:ea typeface="宋体" charset="0"/>
                <a:sym typeface="+mn-ea"/>
              </a:rPr>
              <a:t>:</a:t>
            </a:r>
            <a:r>
              <a:rPr lang="en-US" altLang="zh-CN" sz="2000">
                <a:ea typeface="宋体" charset="0"/>
                <a:sym typeface="+mn-ea"/>
                <a:hlinkClick r:id="rId3" action="ppaction://hlinkfile"/>
              </a:rPr>
              <a:t>https://zhuanlan.zhihu.com/p/343748296</a:t>
            </a:r>
            <a:endParaRPr lang="en-US" altLang="zh-CN" sz="2000">
              <a:ea typeface="宋体" charset="0"/>
            </a:endParaRPr>
          </a:p>
          <a:p>
            <a:pPr marL="0" indent="0">
              <a:buNone/>
            </a:pPr>
            <a:r>
              <a:rPr lang="en-US" altLang="zh-CN" sz="2000">
                <a:ea typeface="宋体" charset="0"/>
              </a:rPr>
              <a:t>3. </a:t>
            </a:r>
            <a:r>
              <a:rPr lang="zh-CN" altLang="en-US" sz="2000">
                <a:ea typeface="宋体" charset="0"/>
              </a:rPr>
              <a:t>汤凯华</a:t>
            </a:r>
            <a:r>
              <a:rPr lang="zh-CN" altLang="en-US" sz="2000">
                <a:ea typeface="宋体" charset="0"/>
              </a:rPr>
              <a:t>作者知乎分享</a:t>
            </a:r>
            <a:r>
              <a:rPr lang="en-US" altLang="zh-CN" sz="2000">
                <a:ea typeface="宋体" charset="0"/>
              </a:rPr>
              <a:t>:</a:t>
            </a:r>
            <a:r>
              <a:rPr lang="en-US" altLang="zh-CN" sz="2000">
                <a:ea typeface="宋体" charset="0"/>
                <a:hlinkClick r:id="rId4" tooltip="" action="ppaction://hlinkfile"/>
              </a:rPr>
              <a:t>https://zhuanlan.zhihu.com/p/109657521</a:t>
            </a:r>
            <a:endParaRPr lang="en-US" altLang="zh-CN" sz="2000">
              <a:ea typeface="宋体" charset="0"/>
            </a:endParaRPr>
          </a:p>
          <a:p>
            <a:pPr marL="0" indent="0">
              <a:buNone/>
            </a:pPr>
            <a:r>
              <a:rPr lang="en-US" altLang="zh-CN" sz="2000">
                <a:ea typeface="宋体" charset="0"/>
              </a:rPr>
              <a:t>4. Scene Graph Generation</a:t>
            </a:r>
            <a:r>
              <a:rPr lang="zh-CN" altLang="en-US" sz="2000">
                <a:ea typeface="宋体" charset="0"/>
              </a:rPr>
              <a:t>开源框架</a:t>
            </a:r>
            <a:r>
              <a:rPr lang="en-US" altLang="zh-CN" sz="2000">
                <a:ea typeface="宋体" charset="0"/>
              </a:rPr>
              <a:t>:</a:t>
            </a:r>
            <a:r>
              <a:rPr lang="en-US" altLang="zh-CN" sz="2000">
                <a:ea typeface="宋体" charset="0"/>
                <a:hlinkClick r:id="rId5" tooltip="" action="ppaction://hlinkfile"/>
              </a:rPr>
              <a:t>https://github.com/KaihuaTang/Scene-Graph-Benchmark.pytorch</a:t>
            </a:r>
            <a:endParaRPr lang="en-US" altLang="zh-CN" sz="2000">
              <a:ea typeface="宋体" charset="0"/>
              <a:hlinkClick r:id="rId5" tooltip="" action="ppaction://hlinkfile"/>
            </a:endParaRPr>
          </a:p>
          <a:p>
            <a:pPr marL="0" indent="0">
              <a:buNone/>
            </a:pPr>
            <a:r>
              <a:rPr lang="en-US" altLang="zh-CN" sz="2000">
                <a:ea typeface="宋体" charset="0"/>
              </a:rPr>
              <a:t>5. </a:t>
            </a:r>
            <a:r>
              <a:rPr lang="zh-CN" altLang="en-US" sz="2000">
                <a:ea typeface="宋体" charset="0"/>
              </a:rPr>
              <a:t>文本与图像迁移论文阅读笔记</a:t>
            </a:r>
            <a:r>
              <a:rPr lang="en-US" altLang="zh-CN" sz="2000">
                <a:ea typeface="宋体" charset="0"/>
              </a:rPr>
              <a:t>:</a:t>
            </a:r>
            <a:r>
              <a:rPr lang="en-US" altLang="zh-CN" sz="2000">
                <a:ea typeface="宋体" charset="0"/>
                <a:hlinkClick r:id="rId6" tooltip="" action="ppaction://hlinkfile"/>
              </a:rPr>
              <a:t>https://github.com/Gary-code/KETG-paper-reading</a:t>
            </a:r>
            <a:endParaRPr lang="en-US" altLang="zh-CN" sz="2000">
              <a:ea typeface="宋体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WPS 演示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宋体</vt:lpstr>
      <vt:lpstr>Noto Serif CJK SC</vt:lpstr>
      <vt:lpstr>黑体</vt:lpstr>
      <vt:lpstr>Calibri</vt:lpstr>
      <vt:lpstr>Trebuchet MS</vt:lpstr>
      <vt:lpstr>Noto Sans CJK SC</vt:lpstr>
      <vt:lpstr>微软雅黑</vt:lpstr>
      <vt:lpstr>Arial Unicode MS</vt:lpstr>
      <vt:lpstr>Webdings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BaiRong</cp:lastModifiedBy>
  <cp:revision>245</cp:revision>
  <dcterms:created xsi:type="dcterms:W3CDTF">2026-05-14T11:14:43Z</dcterms:created>
  <dcterms:modified xsi:type="dcterms:W3CDTF">2026-05-14T11:14:43Z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2052-12.1.2.25838</vt:lpwstr>
  </property>
  <property fmtid="{D5CDD505-2E9C-101B-9397-08002B2CF9AE}" pid="3" name="ICV">
    <vt:lpwstr>0FFB374EF87741258E9EC42A4DEF22FC_13</vt:lpwstr>
  </property>
</Properties>
</file>