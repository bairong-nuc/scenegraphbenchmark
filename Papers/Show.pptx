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3"/>
    <p:sldId id="319" r:id="rId4"/>
    <p:sldId id="32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hyperlink" Target="https://space.bilibili.com/261076854" TargetMode="External"/><Relationship Id="rId3" Type="http://schemas.openxmlformats.org/officeDocument/2006/relationships/hyperlink" Target="https://www.bilibili.com/video/BV11S4y1h7Xo" TargetMode="External"/><Relationship Id="rId2" Type="http://schemas.openxmlformats.org/officeDocument/2006/relationships/hyperlink" Target="https://www.bilibili.com/video/BV1At411f7hJ" TargetMode="External"/><Relationship Id="rId1" Type="http://schemas.openxmlformats.org/officeDocument/2006/relationships/hyperlink" Target="https://www.netacad.com/launch?id=1ec81cd9-2178-4cba-9f46-9a69bbf2c458&amp;tab=curriculum&amp;view=5cdf6c91-aaee-50c8-ac14-3ef1fc9eb8c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 sz="4400">
                <a:ea typeface="宋体" charset="0"/>
              </a:rPr>
              <a:t>校园网规划</a:t>
            </a:r>
            <a:endParaRPr lang="zh-CN" altLang="en-US" sz="4400">
              <a:ea typeface="宋体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S202513003 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龚柏</a:t>
            </a:r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荣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940" y="209550"/>
            <a:ext cx="10934700" cy="664845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11150" y="5842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ea typeface="宋体" charset="0"/>
              </a:rPr>
              <a:t>客户端访问服务器全流程</a:t>
            </a:r>
            <a:endParaRPr lang="en-US" altLang="zh-CN">
              <a:ea typeface="宋体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62560" y="259715"/>
            <a:ext cx="12029440" cy="5917565"/>
          </a:xfrm>
        </p:spPr>
        <p:txBody>
          <a:bodyPr/>
          <a:p>
            <a:pPr marL="0" indent="0">
              <a:buNone/>
            </a:pPr>
            <a:r>
              <a:rPr lang="zh-CN" altLang="en-US">
                <a:ea typeface="宋体" charset="0"/>
              </a:rPr>
              <a:t>参考资料</a:t>
            </a:r>
            <a:r>
              <a:rPr lang="en-US" altLang="zh-CN">
                <a:ea typeface="宋体" charset="0"/>
              </a:rPr>
              <a:t>:</a:t>
            </a:r>
            <a:endParaRPr lang="en-US" altLang="zh-CN">
              <a:ea typeface="宋体" charset="0"/>
            </a:endParaRPr>
          </a:p>
          <a:p>
            <a:pPr marL="0" indent="0">
              <a:buNone/>
            </a:pPr>
            <a:r>
              <a:rPr lang="en-US" altLang="zh-CN" sz="2000">
                <a:ea typeface="宋体" charset="0"/>
              </a:rPr>
              <a:t>1. Cisco</a:t>
            </a:r>
            <a:r>
              <a:rPr lang="zh-CN" altLang="en-US" sz="2000">
                <a:ea typeface="宋体" charset="0"/>
              </a:rPr>
              <a:t>官网教程</a:t>
            </a:r>
            <a:r>
              <a:rPr lang="en-US" altLang="zh-CN" sz="2000">
                <a:ea typeface="宋体" charset="0"/>
              </a:rPr>
              <a:t>:</a:t>
            </a:r>
            <a:r>
              <a:rPr lang="en-US" altLang="zh-CN" sz="2000">
                <a:ea typeface="宋体" charset="0"/>
                <a:hlinkClick r:id="rId1" tooltip="" action="ppaction://hlinkfile"/>
              </a:rPr>
              <a:t>https://www.netacad.com/launch</a:t>
            </a:r>
            <a:endParaRPr lang="en-US" altLang="zh-CN" sz="2000">
              <a:ea typeface="宋体" charset="0"/>
              <a:hlinkClick r:id="rId1" tooltip="" action="ppaction://hlinkfile"/>
            </a:endParaRPr>
          </a:p>
          <a:p>
            <a:pPr marL="0" indent="0">
              <a:buNone/>
            </a:pPr>
            <a:r>
              <a:rPr lang="en-US" altLang="zh-CN" sz="2000">
                <a:ea typeface="宋体" charset="0"/>
              </a:rPr>
              <a:t>2. </a:t>
            </a:r>
            <a:r>
              <a:rPr lang="zh-CN" altLang="en-US" sz="2000">
                <a:ea typeface="宋体" charset="0"/>
              </a:rPr>
              <a:t>湖科大教书匠</a:t>
            </a:r>
            <a:r>
              <a:rPr lang="en-US" altLang="zh-CN" sz="2000">
                <a:ea typeface="宋体" charset="0"/>
              </a:rPr>
              <a:t>Cisco</a:t>
            </a:r>
            <a:r>
              <a:rPr lang="zh-CN" altLang="en-US" sz="2000">
                <a:ea typeface="宋体" charset="0"/>
              </a:rPr>
              <a:t>实验</a:t>
            </a:r>
            <a:r>
              <a:rPr lang="en-US" altLang="zh-CN" sz="2000">
                <a:ea typeface="宋体" charset="0"/>
              </a:rPr>
              <a:t>:</a:t>
            </a:r>
            <a:r>
              <a:rPr lang="en-US" altLang="zh-CN" sz="2000">
                <a:ea typeface="宋体" charset="0"/>
                <a:hlinkClick r:id="rId2" tooltip="" action="ppaction://hlinkfile"/>
              </a:rPr>
              <a:t>https://www.bilibili.com/video/BV1At411f7hJ</a:t>
            </a:r>
            <a:endParaRPr lang="en-US" altLang="zh-CN" sz="2000">
              <a:ea typeface="宋体" charset="0"/>
              <a:hlinkClick r:id="rId2" tooltip="" action="ppaction://hlinkfile"/>
            </a:endParaRPr>
          </a:p>
          <a:p>
            <a:pPr marL="0" indent="0">
              <a:buNone/>
            </a:pPr>
            <a:r>
              <a:rPr lang="en-US" altLang="zh-CN" sz="2000">
                <a:ea typeface="宋体" charset="0"/>
              </a:rPr>
              <a:t>3. </a:t>
            </a:r>
            <a:r>
              <a:rPr lang="zh-CN" altLang="en-US" sz="2000">
                <a:ea typeface="宋体" charset="0"/>
              </a:rPr>
              <a:t>网络工程设计大作业</a:t>
            </a:r>
            <a:r>
              <a:rPr lang="en-US" altLang="zh-CN" sz="2000">
                <a:ea typeface="宋体" charset="0"/>
              </a:rPr>
              <a:t>:</a:t>
            </a:r>
            <a:r>
              <a:rPr lang="en-US" altLang="zh-CN" sz="2000">
                <a:ea typeface="宋体" charset="0"/>
                <a:hlinkClick r:id="rId3" tooltip="" action="ppaction://hlinkfile"/>
              </a:rPr>
              <a:t>https://www.bilibili.com/video/BV11S4y1h7Xo</a:t>
            </a:r>
            <a:endParaRPr lang="en-US" altLang="zh-CN" sz="2000">
              <a:ea typeface="宋体" charset="0"/>
              <a:hlinkClick r:id="rId3" tooltip="" action="ppaction://hlinkfile"/>
            </a:endParaRPr>
          </a:p>
          <a:p>
            <a:pPr marL="0" indent="0">
              <a:buNone/>
            </a:pPr>
            <a:r>
              <a:rPr lang="en-US" altLang="zh-CN" sz="2000">
                <a:ea typeface="宋体" charset="0"/>
              </a:rPr>
              <a:t>4. </a:t>
            </a:r>
            <a:r>
              <a:rPr lang="zh-CN" altLang="en-US" sz="2000">
                <a:ea typeface="宋体" charset="0"/>
              </a:rPr>
              <a:t>润_哥网络工程</a:t>
            </a:r>
            <a:r>
              <a:rPr lang="en-US" altLang="zh-CN" sz="2000">
                <a:ea typeface="宋体" charset="0"/>
              </a:rPr>
              <a:t>Cisco/eNSP</a:t>
            </a:r>
            <a:r>
              <a:rPr lang="zh-CN" altLang="en-US" sz="2000">
                <a:ea typeface="宋体" charset="0"/>
              </a:rPr>
              <a:t>教程</a:t>
            </a:r>
            <a:r>
              <a:rPr lang="en-US" altLang="zh-CN" sz="2000">
                <a:ea typeface="宋体" charset="0"/>
              </a:rPr>
              <a:t>:</a:t>
            </a:r>
            <a:r>
              <a:rPr lang="en-US" altLang="zh-CN" sz="2000">
                <a:ea typeface="宋体" charset="0"/>
                <a:hlinkClick r:id="rId4" tooltip="" action="ppaction://hlinkfile"/>
              </a:rPr>
              <a:t>https://space.bilibili.com/261076854</a:t>
            </a:r>
            <a:endParaRPr lang="en-US" altLang="zh-CN" sz="2000">
              <a:ea typeface="宋体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</Words>
  <Application>WPS 演示</Application>
  <PresentationFormat>宽屏</PresentationFormat>
  <Paragraphs>12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7" baseType="lpstr">
      <vt:lpstr>Arial</vt:lpstr>
      <vt:lpstr>宋体</vt:lpstr>
      <vt:lpstr>Wingdings</vt:lpstr>
      <vt:lpstr>宋体</vt:lpstr>
      <vt:lpstr>Noto Serif CJK SC</vt:lpstr>
      <vt:lpstr>黑体</vt:lpstr>
      <vt:lpstr>Calibri</vt:lpstr>
      <vt:lpstr>Trebuchet MS</vt:lpstr>
      <vt:lpstr>Noto Sans CJK SC</vt:lpstr>
      <vt:lpstr>微软雅黑</vt:lpstr>
      <vt:lpstr>Arial Unicode MS</vt:lpstr>
      <vt:lpstr>Webdings</vt:lpstr>
      <vt:lpstr>微软雅黑</vt:lpstr>
      <vt:lpstr>WPS</vt:lpstr>
      <vt:lpstr>校园网规划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BaiRong</cp:lastModifiedBy>
  <cp:revision>241</cp:revision>
  <dcterms:created xsi:type="dcterms:W3CDTF">2026-05-11T15:17:01Z</dcterms:created>
  <dcterms:modified xsi:type="dcterms:W3CDTF">2026-05-11T15:17:01Z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2052-12.1.2.25838</vt:lpwstr>
  </property>
  <property fmtid="{D5CDD505-2E9C-101B-9397-08002B2CF9AE}" pid="3" name="ICV">
    <vt:lpwstr>0FFB374EF87741258E9EC42A4DEF22FC_13</vt:lpwstr>
  </property>
</Properties>
</file>